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6B29B8-BFA6-4FC0-854A-BAE1889E1D4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0C7EC3-82D3-4CB7-B982-5353F9C80FC5}">
      <dgm:prSet/>
      <dgm:spPr/>
      <dgm:t>
        <a:bodyPr/>
        <a:lstStyle/>
        <a:p>
          <a:r>
            <a:rPr lang="sl-SI" dirty="0"/>
            <a:t>Ustvarjanje in prilagajanje dogodka</a:t>
          </a:r>
          <a:endParaRPr lang="en-US" dirty="0"/>
        </a:p>
      </dgm:t>
    </dgm:pt>
    <dgm:pt modelId="{04FB82FD-F217-47FD-8CF9-72A09441917C}" type="parTrans" cxnId="{B4773D1A-7EE7-4DF6-A9AC-DDD839D0FE63}">
      <dgm:prSet/>
      <dgm:spPr/>
      <dgm:t>
        <a:bodyPr/>
        <a:lstStyle/>
        <a:p>
          <a:endParaRPr lang="en-US"/>
        </a:p>
      </dgm:t>
    </dgm:pt>
    <dgm:pt modelId="{EAE639C7-59E5-443E-AC35-90D319E7B93F}" type="sibTrans" cxnId="{B4773D1A-7EE7-4DF6-A9AC-DDD839D0FE63}">
      <dgm:prSet/>
      <dgm:spPr/>
      <dgm:t>
        <a:bodyPr/>
        <a:lstStyle/>
        <a:p>
          <a:endParaRPr lang="en-US"/>
        </a:p>
      </dgm:t>
    </dgm:pt>
    <dgm:pt modelId="{2B15DF06-B04C-4CC9-B87B-2DD0BE0F904C}">
      <dgm:prSet/>
      <dgm:spPr/>
      <dgm:t>
        <a:bodyPr/>
        <a:lstStyle/>
        <a:p>
          <a:r>
            <a:rPr lang="sl-SI"/>
            <a:t>Povabila </a:t>
          </a:r>
          <a:endParaRPr lang="en-US"/>
        </a:p>
      </dgm:t>
    </dgm:pt>
    <dgm:pt modelId="{434D46CB-20C7-4B6E-9FA5-0D4451A7CCD3}" type="parTrans" cxnId="{C2318C48-A2A6-4D77-A13F-EEF5CA5D78FB}">
      <dgm:prSet/>
      <dgm:spPr/>
      <dgm:t>
        <a:bodyPr/>
        <a:lstStyle/>
        <a:p>
          <a:endParaRPr lang="en-US"/>
        </a:p>
      </dgm:t>
    </dgm:pt>
    <dgm:pt modelId="{C62C288B-F09E-4CF7-876C-3EAF782E5191}" type="sibTrans" cxnId="{C2318C48-A2A6-4D77-A13F-EEF5CA5D78FB}">
      <dgm:prSet/>
      <dgm:spPr/>
      <dgm:t>
        <a:bodyPr/>
        <a:lstStyle/>
        <a:p>
          <a:endParaRPr lang="en-US"/>
        </a:p>
      </dgm:t>
    </dgm:pt>
    <dgm:pt modelId="{9F85698F-BD86-4DF3-928E-72A2C66A2840}">
      <dgm:prSet/>
      <dgm:spPr/>
      <dgm:t>
        <a:bodyPr/>
        <a:lstStyle/>
        <a:p>
          <a:r>
            <a:rPr lang="sl-SI"/>
            <a:t>Potrjevanje udeležbe</a:t>
          </a:r>
          <a:endParaRPr lang="en-US"/>
        </a:p>
      </dgm:t>
    </dgm:pt>
    <dgm:pt modelId="{EFC5D726-AC55-4479-9DEB-EE9A32445FC5}" type="parTrans" cxnId="{B0A19B5B-70E9-48C8-B1AC-DBAFEB1191FD}">
      <dgm:prSet/>
      <dgm:spPr/>
      <dgm:t>
        <a:bodyPr/>
        <a:lstStyle/>
        <a:p>
          <a:endParaRPr lang="en-US"/>
        </a:p>
      </dgm:t>
    </dgm:pt>
    <dgm:pt modelId="{EF13D49C-E34F-4D44-A7CA-356F10045EF5}" type="sibTrans" cxnId="{B0A19B5B-70E9-48C8-B1AC-DBAFEB1191FD}">
      <dgm:prSet/>
      <dgm:spPr/>
      <dgm:t>
        <a:bodyPr/>
        <a:lstStyle/>
        <a:p>
          <a:endParaRPr lang="en-US"/>
        </a:p>
      </dgm:t>
    </dgm:pt>
    <dgm:pt modelId="{E13D1B1B-7F5C-47DB-8A88-36CEE3C23E8E}">
      <dgm:prSet/>
      <dgm:spPr/>
      <dgm:t>
        <a:bodyPr/>
        <a:lstStyle/>
        <a:p>
          <a:r>
            <a:rPr lang="sl-SI" dirty="0"/>
            <a:t>Ustvarjanje seznama opravil</a:t>
          </a:r>
          <a:endParaRPr lang="en-US" dirty="0"/>
        </a:p>
      </dgm:t>
    </dgm:pt>
    <dgm:pt modelId="{D6E0EA18-B531-4133-BA10-9DD69062F1EE}" type="parTrans" cxnId="{3767DA27-E712-4221-BA00-E23C3190B1B7}">
      <dgm:prSet/>
      <dgm:spPr/>
      <dgm:t>
        <a:bodyPr/>
        <a:lstStyle/>
        <a:p>
          <a:endParaRPr lang="en-US"/>
        </a:p>
      </dgm:t>
    </dgm:pt>
    <dgm:pt modelId="{39A62CB7-CCA6-45A4-88FA-E3EB9ECF478A}" type="sibTrans" cxnId="{3767DA27-E712-4221-BA00-E23C3190B1B7}">
      <dgm:prSet/>
      <dgm:spPr/>
      <dgm:t>
        <a:bodyPr/>
        <a:lstStyle/>
        <a:p>
          <a:endParaRPr lang="en-US"/>
        </a:p>
      </dgm:t>
    </dgm:pt>
    <dgm:pt modelId="{7BB7399D-F6EF-4926-9E72-13F3939FA55A}">
      <dgm:prSet/>
      <dgm:spPr/>
      <dgm:t>
        <a:bodyPr/>
        <a:lstStyle/>
        <a:p>
          <a:r>
            <a:rPr lang="sl-SI" dirty="0"/>
            <a:t>Spremljanje vremena za lokacijo dogodka</a:t>
          </a:r>
          <a:endParaRPr lang="en-US" dirty="0"/>
        </a:p>
      </dgm:t>
    </dgm:pt>
    <dgm:pt modelId="{88E215C5-4494-450F-877F-8D771FCC8EE9}" type="parTrans" cxnId="{EB72A41D-9FEE-4164-A24D-4BAE88A212DF}">
      <dgm:prSet/>
      <dgm:spPr/>
      <dgm:t>
        <a:bodyPr/>
        <a:lstStyle/>
        <a:p>
          <a:endParaRPr lang="en-US"/>
        </a:p>
      </dgm:t>
    </dgm:pt>
    <dgm:pt modelId="{B3EFF99F-B21C-49E9-935C-B793EB7C64C6}" type="sibTrans" cxnId="{EB72A41D-9FEE-4164-A24D-4BAE88A212DF}">
      <dgm:prSet/>
      <dgm:spPr/>
      <dgm:t>
        <a:bodyPr/>
        <a:lstStyle/>
        <a:p>
          <a:endParaRPr lang="en-US"/>
        </a:p>
      </dgm:t>
    </dgm:pt>
    <dgm:pt modelId="{C4973BA6-624B-4F1D-86E1-8AF2475347FD}">
      <dgm:prSet/>
      <dgm:spPr/>
      <dgm:t>
        <a:bodyPr/>
        <a:lstStyle/>
        <a:p>
          <a:r>
            <a:rPr lang="sl-SI"/>
            <a:t>Oglasna deska med udeleženci</a:t>
          </a:r>
          <a:endParaRPr lang="en-US"/>
        </a:p>
      </dgm:t>
    </dgm:pt>
    <dgm:pt modelId="{E4EE9917-23DC-4E51-8A95-C1FD6364FE25}" type="parTrans" cxnId="{42023DA3-6C1D-4DC9-8965-3955754B169D}">
      <dgm:prSet/>
      <dgm:spPr/>
      <dgm:t>
        <a:bodyPr/>
        <a:lstStyle/>
        <a:p>
          <a:endParaRPr lang="en-US"/>
        </a:p>
      </dgm:t>
    </dgm:pt>
    <dgm:pt modelId="{3C614CFF-8716-40F8-A0DD-A61686707367}" type="sibTrans" cxnId="{42023DA3-6C1D-4DC9-8965-3955754B169D}">
      <dgm:prSet/>
      <dgm:spPr/>
      <dgm:t>
        <a:bodyPr/>
        <a:lstStyle/>
        <a:p>
          <a:endParaRPr lang="en-US"/>
        </a:p>
      </dgm:t>
    </dgm:pt>
    <dgm:pt modelId="{CF381577-4CE6-4EB4-856B-E9B2BEB0E8AC}" type="pres">
      <dgm:prSet presAssocID="{506B29B8-BFA6-4FC0-854A-BAE1889E1D46}" presName="linear" presStyleCnt="0">
        <dgm:presLayoutVars>
          <dgm:animLvl val="lvl"/>
          <dgm:resizeHandles val="exact"/>
        </dgm:presLayoutVars>
      </dgm:prSet>
      <dgm:spPr/>
    </dgm:pt>
    <dgm:pt modelId="{E916700B-C10D-43AC-BF1E-9DA2B81AAFA9}" type="pres">
      <dgm:prSet presAssocID="{C40C7EC3-82D3-4CB7-B982-5353F9C80FC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84C645E-D495-48B7-93BE-90134CA934DD}" type="pres">
      <dgm:prSet presAssocID="{EAE639C7-59E5-443E-AC35-90D319E7B93F}" presName="spacer" presStyleCnt="0"/>
      <dgm:spPr/>
    </dgm:pt>
    <dgm:pt modelId="{268735F3-8717-4E0A-B055-F470808AC009}" type="pres">
      <dgm:prSet presAssocID="{2B15DF06-B04C-4CC9-B87B-2DD0BE0F904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0DFAC5D-2E95-49FC-A13A-F08D99421125}" type="pres">
      <dgm:prSet presAssocID="{C62C288B-F09E-4CF7-876C-3EAF782E5191}" presName="spacer" presStyleCnt="0"/>
      <dgm:spPr/>
    </dgm:pt>
    <dgm:pt modelId="{2505C839-689D-4194-AFE2-81C53493363B}" type="pres">
      <dgm:prSet presAssocID="{9F85698F-BD86-4DF3-928E-72A2C66A284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CE6EB06-4A91-487F-B11B-A2D131F27635}" type="pres">
      <dgm:prSet presAssocID="{EF13D49C-E34F-4D44-A7CA-356F10045EF5}" presName="spacer" presStyleCnt="0"/>
      <dgm:spPr/>
    </dgm:pt>
    <dgm:pt modelId="{24389C9A-CE14-46EF-B90E-CEB23DE1AD35}" type="pres">
      <dgm:prSet presAssocID="{E13D1B1B-7F5C-47DB-8A88-36CEE3C23E8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17FDE10-4BEA-4681-9A68-70919C95E1EC}" type="pres">
      <dgm:prSet presAssocID="{39A62CB7-CCA6-45A4-88FA-E3EB9ECF478A}" presName="spacer" presStyleCnt="0"/>
      <dgm:spPr/>
    </dgm:pt>
    <dgm:pt modelId="{7F3B72D3-1742-43ED-A5BF-29733018FF03}" type="pres">
      <dgm:prSet presAssocID="{7BB7399D-F6EF-4926-9E72-13F3939FA55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BB08D3B-976E-4D76-B03A-07BD5F353C41}" type="pres">
      <dgm:prSet presAssocID="{B3EFF99F-B21C-49E9-935C-B793EB7C64C6}" presName="spacer" presStyleCnt="0"/>
      <dgm:spPr/>
    </dgm:pt>
    <dgm:pt modelId="{1D9548A2-9FB2-440C-BEC1-07F2A596E6AC}" type="pres">
      <dgm:prSet presAssocID="{C4973BA6-624B-4F1D-86E1-8AF2475347F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4773D1A-7EE7-4DF6-A9AC-DDD839D0FE63}" srcId="{506B29B8-BFA6-4FC0-854A-BAE1889E1D46}" destId="{C40C7EC3-82D3-4CB7-B982-5353F9C80FC5}" srcOrd="0" destOrd="0" parTransId="{04FB82FD-F217-47FD-8CF9-72A09441917C}" sibTransId="{EAE639C7-59E5-443E-AC35-90D319E7B93F}"/>
    <dgm:cxn modelId="{EB72A41D-9FEE-4164-A24D-4BAE88A212DF}" srcId="{506B29B8-BFA6-4FC0-854A-BAE1889E1D46}" destId="{7BB7399D-F6EF-4926-9E72-13F3939FA55A}" srcOrd="4" destOrd="0" parTransId="{88E215C5-4494-450F-877F-8D771FCC8EE9}" sibTransId="{B3EFF99F-B21C-49E9-935C-B793EB7C64C6}"/>
    <dgm:cxn modelId="{29478D27-2983-4BDC-A08C-1A340821D038}" type="presOf" srcId="{E13D1B1B-7F5C-47DB-8A88-36CEE3C23E8E}" destId="{24389C9A-CE14-46EF-B90E-CEB23DE1AD35}" srcOrd="0" destOrd="0" presId="urn:microsoft.com/office/officeart/2005/8/layout/vList2"/>
    <dgm:cxn modelId="{3767DA27-E712-4221-BA00-E23C3190B1B7}" srcId="{506B29B8-BFA6-4FC0-854A-BAE1889E1D46}" destId="{E13D1B1B-7F5C-47DB-8A88-36CEE3C23E8E}" srcOrd="3" destOrd="0" parTransId="{D6E0EA18-B531-4133-BA10-9DD69062F1EE}" sibTransId="{39A62CB7-CCA6-45A4-88FA-E3EB9ECF478A}"/>
    <dgm:cxn modelId="{BA4FC034-8891-47D5-8A20-6D9B2B698EAE}" type="presOf" srcId="{506B29B8-BFA6-4FC0-854A-BAE1889E1D46}" destId="{CF381577-4CE6-4EB4-856B-E9B2BEB0E8AC}" srcOrd="0" destOrd="0" presId="urn:microsoft.com/office/officeart/2005/8/layout/vList2"/>
    <dgm:cxn modelId="{B0A19B5B-70E9-48C8-B1AC-DBAFEB1191FD}" srcId="{506B29B8-BFA6-4FC0-854A-BAE1889E1D46}" destId="{9F85698F-BD86-4DF3-928E-72A2C66A2840}" srcOrd="2" destOrd="0" parTransId="{EFC5D726-AC55-4479-9DEB-EE9A32445FC5}" sibTransId="{EF13D49C-E34F-4D44-A7CA-356F10045EF5}"/>
    <dgm:cxn modelId="{E5345E47-16FC-4651-8842-022F3DBECFFE}" type="presOf" srcId="{C4973BA6-624B-4F1D-86E1-8AF2475347FD}" destId="{1D9548A2-9FB2-440C-BEC1-07F2A596E6AC}" srcOrd="0" destOrd="0" presId="urn:microsoft.com/office/officeart/2005/8/layout/vList2"/>
    <dgm:cxn modelId="{C2318C48-A2A6-4D77-A13F-EEF5CA5D78FB}" srcId="{506B29B8-BFA6-4FC0-854A-BAE1889E1D46}" destId="{2B15DF06-B04C-4CC9-B87B-2DD0BE0F904C}" srcOrd="1" destOrd="0" parTransId="{434D46CB-20C7-4B6E-9FA5-0D4451A7CCD3}" sibTransId="{C62C288B-F09E-4CF7-876C-3EAF782E5191}"/>
    <dgm:cxn modelId="{369A6B76-924D-4D87-A34B-9FD4DD51CCF9}" type="presOf" srcId="{2B15DF06-B04C-4CC9-B87B-2DD0BE0F904C}" destId="{268735F3-8717-4E0A-B055-F470808AC009}" srcOrd="0" destOrd="0" presId="urn:microsoft.com/office/officeart/2005/8/layout/vList2"/>
    <dgm:cxn modelId="{42023DA3-6C1D-4DC9-8965-3955754B169D}" srcId="{506B29B8-BFA6-4FC0-854A-BAE1889E1D46}" destId="{C4973BA6-624B-4F1D-86E1-8AF2475347FD}" srcOrd="5" destOrd="0" parTransId="{E4EE9917-23DC-4E51-8A95-C1FD6364FE25}" sibTransId="{3C614CFF-8716-40F8-A0DD-A61686707367}"/>
    <dgm:cxn modelId="{02AA1CAD-D34B-4EF0-B5CB-FDB0B14804F6}" type="presOf" srcId="{9F85698F-BD86-4DF3-928E-72A2C66A2840}" destId="{2505C839-689D-4194-AFE2-81C53493363B}" srcOrd="0" destOrd="0" presId="urn:microsoft.com/office/officeart/2005/8/layout/vList2"/>
    <dgm:cxn modelId="{460E88EB-5F7C-42A1-935E-A7BBD18E27B0}" type="presOf" srcId="{7BB7399D-F6EF-4926-9E72-13F3939FA55A}" destId="{7F3B72D3-1742-43ED-A5BF-29733018FF03}" srcOrd="0" destOrd="0" presId="urn:microsoft.com/office/officeart/2005/8/layout/vList2"/>
    <dgm:cxn modelId="{AD156CED-E3AA-4B28-A96D-FE3D59250F2D}" type="presOf" srcId="{C40C7EC3-82D3-4CB7-B982-5353F9C80FC5}" destId="{E916700B-C10D-43AC-BF1E-9DA2B81AAFA9}" srcOrd="0" destOrd="0" presId="urn:microsoft.com/office/officeart/2005/8/layout/vList2"/>
    <dgm:cxn modelId="{5D32412A-9750-49B9-8E4C-0BA1F2BA085C}" type="presParOf" srcId="{CF381577-4CE6-4EB4-856B-E9B2BEB0E8AC}" destId="{E916700B-C10D-43AC-BF1E-9DA2B81AAFA9}" srcOrd="0" destOrd="0" presId="urn:microsoft.com/office/officeart/2005/8/layout/vList2"/>
    <dgm:cxn modelId="{A192AF4C-56B6-472D-886D-CE19248FED8A}" type="presParOf" srcId="{CF381577-4CE6-4EB4-856B-E9B2BEB0E8AC}" destId="{284C645E-D495-48B7-93BE-90134CA934DD}" srcOrd="1" destOrd="0" presId="urn:microsoft.com/office/officeart/2005/8/layout/vList2"/>
    <dgm:cxn modelId="{FBC468DE-B388-492E-9E53-2D2E4CEEED55}" type="presParOf" srcId="{CF381577-4CE6-4EB4-856B-E9B2BEB0E8AC}" destId="{268735F3-8717-4E0A-B055-F470808AC009}" srcOrd="2" destOrd="0" presId="urn:microsoft.com/office/officeart/2005/8/layout/vList2"/>
    <dgm:cxn modelId="{069F988D-1DA5-41BC-B8F5-A85E9424733E}" type="presParOf" srcId="{CF381577-4CE6-4EB4-856B-E9B2BEB0E8AC}" destId="{50DFAC5D-2E95-49FC-A13A-F08D99421125}" srcOrd="3" destOrd="0" presId="urn:microsoft.com/office/officeart/2005/8/layout/vList2"/>
    <dgm:cxn modelId="{D6014E1C-212F-4B10-A83E-0696835675BF}" type="presParOf" srcId="{CF381577-4CE6-4EB4-856B-E9B2BEB0E8AC}" destId="{2505C839-689D-4194-AFE2-81C53493363B}" srcOrd="4" destOrd="0" presId="urn:microsoft.com/office/officeart/2005/8/layout/vList2"/>
    <dgm:cxn modelId="{0B4BF6D8-99B5-4899-A2A0-2ECC7BFA0027}" type="presParOf" srcId="{CF381577-4CE6-4EB4-856B-E9B2BEB0E8AC}" destId="{6CE6EB06-4A91-487F-B11B-A2D131F27635}" srcOrd="5" destOrd="0" presId="urn:microsoft.com/office/officeart/2005/8/layout/vList2"/>
    <dgm:cxn modelId="{0B06748F-9E67-4A6D-95BD-377371F2F038}" type="presParOf" srcId="{CF381577-4CE6-4EB4-856B-E9B2BEB0E8AC}" destId="{24389C9A-CE14-46EF-B90E-CEB23DE1AD35}" srcOrd="6" destOrd="0" presId="urn:microsoft.com/office/officeart/2005/8/layout/vList2"/>
    <dgm:cxn modelId="{902C6593-4554-4258-9719-10AC4E3A77BA}" type="presParOf" srcId="{CF381577-4CE6-4EB4-856B-E9B2BEB0E8AC}" destId="{D17FDE10-4BEA-4681-9A68-70919C95E1EC}" srcOrd="7" destOrd="0" presId="urn:microsoft.com/office/officeart/2005/8/layout/vList2"/>
    <dgm:cxn modelId="{176A2A7E-8CC7-476D-9212-686C7023FDDD}" type="presParOf" srcId="{CF381577-4CE6-4EB4-856B-E9B2BEB0E8AC}" destId="{7F3B72D3-1742-43ED-A5BF-29733018FF03}" srcOrd="8" destOrd="0" presId="urn:microsoft.com/office/officeart/2005/8/layout/vList2"/>
    <dgm:cxn modelId="{F2F683CC-EEC4-423E-BB0F-A69E73D4C75A}" type="presParOf" srcId="{CF381577-4CE6-4EB4-856B-E9B2BEB0E8AC}" destId="{8BB08D3B-976E-4D76-B03A-07BD5F353C41}" srcOrd="9" destOrd="0" presId="urn:microsoft.com/office/officeart/2005/8/layout/vList2"/>
    <dgm:cxn modelId="{C7A6ABAE-9DED-4BCE-89E8-4D2D6219D986}" type="presParOf" srcId="{CF381577-4CE6-4EB4-856B-E9B2BEB0E8AC}" destId="{1D9548A2-9FB2-440C-BEC1-07F2A596E6A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6700B-C10D-43AC-BF1E-9DA2B81AAFA9}">
      <dsp:nvSpPr>
        <dsp:cNvPr id="0" name=""/>
        <dsp:cNvSpPr/>
      </dsp:nvSpPr>
      <dsp:spPr>
        <a:xfrm>
          <a:off x="0" y="32444"/>
          <a:ext cx="4828172" cy="8783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 dirty="0"/>
            <a:t>Ustvarjanje in prilagajanje dogodka</a:t>
          </a:r>
          <a:endParaRPr lang="en-US" sz="2200" kern="1200" dirty="0"/>
        </a:p>
      </dsp:txBody>
      <dsp:txXfrm>
        <a:off x="42879" y="75323"/>
        <a:ext cx="4742414" cy="792619"/>
      </dsp:txXfrm>
    </dsp:sp>
    <dsp:sp modelId="{268735F3-8717-4E0A-B055-F470808AC009}">
      <dsp:nvSpPr>
        <dsp:cNvPr id="0" name=""/>
        <dsp:cNvSpPr/>
      </dsp:nvSpPr>
      <dsp:spPr>
        <a:xfrm>
          <a:off x="0" y="974182"/>
          <a:ext cx="4828172" cy="878377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Povabila </a:t>
          </a:r>
          <a:endParaRPr lang="en-US" sz="2200" kern="1200"/>
        </a:p>
      </dsp:txBody>
      <dsp:txXfrm>
        <a:off x="42879" y="1017061"/>
        <a:ext cx="4742414" cy="792619"/>
      </dsp:txXfrm>
    </dsp:sp>
    <dsp:sp modelId="{2505C839-689D-4194-AFE2-81C53493363B}">
      <dsp:nvSpPr>
        <dsp:cNvPr id="0" name=""/>
        <dsp:cNvSpPr/>
      </dsp:nvSpPr>
      <dsp:spPr>
        <a:xfrm>
          <a:off x="0" y="1915920"/>
          <a:ext cx="4828172" cy="878377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Potrjevanje udeležbe</a:t>
          </a:r>
          <a:endParaRPr lang="en-US" sz="2200" kern="1200"/>
        </a:p>
      </dsp:txBody>
      <dsp:txXfrm>
        <a:off x="42879" y="1958799"/>
        <a:ext cx="4742414" cy="792619"/>
      </dsp:txXfrm>
    </dsp:sp>
    <dsp:sp modelId="{24389C9A-CE14-46EF-B90E-CEB23DE1AD35}">
      <dsp:nvSpPr>
        <dsp:cNvPr id="0" name=""/>
        <dsp:cNvSpPr/>
      </dsp:nvSpPr>
      <dsp:spPr>
        <a:xfrm>
          <a:off x="0" y="2857657"/>
          <a:ext cx="4828172" cy="878377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 dirty="0"/>
            <a:t>Ustvarjanje seznama opravil</a:t>
          </a:r>
          <a:endParaRPr lang="en-US" sz="2200" kern="1200" dirty="0"/>
        </a:p>
      </dsp:txBody>
      <dsp:txXfrm>
        <a:off x="42879" y="2900536"/>
        <a:ext cx="4742414" cy="792619"/>
      </dsp:txXfrm>
    </dsp:sp>
    <dsp:sp modelId="{7F3B72D3-1742-43ED-A5BF-29733018FF03}">
      <dsp:nvSpPr>
        <dsp:cNvPr id="0" name=""/>
        <dsp:cNvSpPr/>
      </dsp:nvSpPr>
      <dsp:spPr>
        <a:xfrm>
          <a:off x="0" y="3799395"/>
          <a:ext cx="4828172" cy="878377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 dirty="0"/>
            <a:t>Spremljanje vremena za lokacijo dogodka</a:t>
          </a:r>
          <a:endParaRPr lang="en-US" sz="2200" kern="1200" dirty="0"/>
        </a:p>
      </dsp:txBody>
      <dsp:txXfrm>
        <a:off x="42879" y="3842274"/>
        <a:ext cx="4742414" cy="792619"/>
      </dsp:txXfrm>
    </dsp:sp>
    <dsp:sp modelId="{1D9548A2-9FB2-440C-BEC1-07F2A596E6AC}">
      <dsp:nvSpPr>
        <dsp:cNvPr id="0" name=""/>
        <dsp:cNvSpPr/>
      </dsp:nvSpPr>
      <dsp:spPr>
        <a:xfrm>
          <a:off x="0" y="4741132"/>
          <a:ext cx="4828172" cy="878377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Oglasna deska med udeleženci</a:t>
          </a:r>
          <a:endParaRPr lang="en-US" sz="2200" kern="1200"/>
        </a:p>
      </dsp:txBody>
      <dsp:txXfrm>
        <a:off x="42879" y="4784011"/>
        <a:ext cx="4742414" cy="792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65E7F-9832-B544-182A-DEFABA1D0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EF7B2-70DD-655C-D71D-51CF3BA49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CF6DF-CD43-9FF6-D640-D10FF0B4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94E14-79E3-73FE-77D1-FAB0BF25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99B6C-22CB-41C1-08D9-820F3990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085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7971-2BC8-4C06-8152-8350BFE8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7F53D-7E1F-D0D4-A957-ECC122678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4B095-1926-8693-1F28-E659DAF0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F4A24-E5BE-12FB-5C0E-A53D4430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08EC2-0C67-C16D-EBB3-CBBE21EC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54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42EC-638F-393C-6E3E-B70B6B55C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7745C-08C1-39AE-5ABF-5D923EC63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ADCAE-E9E1-5602-ADE5-0C1C521C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F0425-F231-2353-7634-B0EE55F0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77D24-1784-A30E-932D-0D1F3E6D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001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0DC8-73CD-1C4A-BB10-284F86E79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E58E4-53C4-0036-A252-24255919D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77918-D0B1-6742-2DA2-9AD087B74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7FDE4-548D-8028-22FF-FCD1130F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D5172-8226-1FA8-B393-7D66643C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20DC-28CC-495A-15FA-31EC3010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21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2890-62A9-2146-D489-1D3625E4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08BEE-5184-A8D6-B595-18CFA365D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2EFF-869D-F9F8-3A45-3421AAB1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D533A-30C8-61F8-F0D1-83F5E1F4C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E3BB6-05B4-445A-C2E8-10DE6F18B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6EEB8-D528-572F-F8AA-BD1BB9CE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6003F4-D997-AEE3-8F46-E7659EC3C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4EAAE-995E-F7D4-7626-CBEE7568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62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4566-8C49-0F90-2176-886D7969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51A27-63C7-FE5C-A3CF-B0CD6578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10973-816C-A185-1B45-DB0883A7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E41DC-0EC1-3C90-8856-3F598B3A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22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429FE8-51FE-E3EC-B3D1-41EF2958D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C2A31-6863-CD87-10C4-0D5180893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D6F49-8A47-E0FB-2771-9B90586B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16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6584-B1A4-0755-3236-459BAEF3E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1F01F-EC00-ED0C-B605-1CE2A9FDD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D629F-AD7B-A43F-2F11-C7182FC5A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562CE-DAD5-E0AA-4154-586BBF15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EDC1E-734F-E09A-EEE3-7CE5C27C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AB80E-AA71-348F-6E4F-D107DD973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76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78F9-25D0-8DA3-4101-310C7DD6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D6FA7-3C87-25AA-762F-02E6FE71A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12F09-23AF-2ECD-3FC8-B9651EC50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7FE9E-C24E-C3DE-00AD-7466A3FD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DBFA7-2B6B-9B66-CEBE-8F139900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C88C6-85F9-FC22-29CA-10B25744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96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08E5-5C85-9E5A-BEDE-EB39968A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CC4A3-AE25-89EB-F238-AB65B3CE9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21CAA-B391-3CB8-FA0A-4B454B9F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98686-8A67-B1D4-140B-01C428CA7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F0494-7E8A-40A0-27C8-06B92FEF0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07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452B1-8B27-5F2B-1555-F683C2BE2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4C9ED-D570-F480-EEEE-0521816BC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FB540-4766-D2E7-F537-CFFB01AAC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5AF59-1860-FF52-1B0B-320FC303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F7F54-26E9-70F1-2042-FF8ADBF4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05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A3915-3BC8-4489-5DCD-4DB1EE52F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EBEE8-1269-64E6-2375-1861BE6E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EFB4F-036A-E392-6013-4280B6DB7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D34F4-9E62-481A-8F5E-214AEC33CB93}" type="datetimeFigureOut">
              <a:rPr lang="en-GB" smtClean="0"/>
              <a:t>27/01/2025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47490-FAD5-4A45-3881-D9676AC07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B5A8E-4E01-1E80-510F-36510CFB7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7BF5F-B783-4C19-BF60-6338556896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8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AC6199-01AB-3661-EEA7-EBD88D5A2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9725730" cy="2226769"/>
          </a:xfrm>
        </p:spPr>
        <p:txBody>
          <a:bodyPr anchor="ctr">
            <a:normAutofit/>
          </a:bodyPr>
          <a:lstStyle/>
          <a:p>
            <a:pPr algn="l"/>
            <a:r>
              <a:rPr lang="en-GB" sz="4800">
                <a:solidFill>
                  <a:schemeClr val="bg1"/>
                </a:solidFill>
              </a:rPr>
              <a:t>Evently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9D571-025D-BCF7-9FB3-6D52EFB65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640633"/>
            <a:ext cx="9725730" cy="2487212"/>
          </a:xfrm>
        </p:spPr>
        <p:txBody>
          <a:bodyPr anchor="ctr">
            <a:normAutofit/>
          </a:bodyPr>
          <a:lstStyle/>
          <a:p>
            <a:pPr algn="l"/>
            <a:r>
              <a:rPr lang="en-GB">
                <a:solidFill>
                  <a:schemeClr val="tx2"/>
                </a:solidFill>
              </a:rPr>
              <a:t>RVIR</a:t>
            </a:r>
          </a:p>
          <a:p>
            <a:pPr algn="l"/>
            <a:r>
              <a:rPr lang="en-GB">
                <a:solidFill>
                  <a:schemeClr val="tx2"/>
                </a:solidFill>
              </a:rPr>
              <a:t>Oliver Kunovski, Gal Dvor</a:t>
            </a:r>
            <a:r>
              <a:rPr lang="hr-HR">
                <a:solidFill>
                  <a:schemeClr val="tx2"/>
                </a:solidFill>
              </a:rPr>
              <a:t>šak, Izidor Robnik</a:t>
            </a:r>
            <a:endParaRPr lang="en-GB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737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2984C3-A457-366B-A3FE-59493C90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hr-HR" sz="4800">
                <a:solidFill>
                  <a:schemeClr val="bg1"/>
                </a:solidFill>
              </a:rPr>
              <a:t>Ideja</a:t>
            </a:r>
            <a:endParaRPr lang="en-GB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833D-080C-7C01-5FB2-4842DE10D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Aplikacija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omogoča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organizacijo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skupinskih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dogodkov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kot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izleti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team building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aktivnosti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praznovanja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enodnevni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izleti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Uporabniki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lahko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enostavno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načrtujejo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dogodke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povabijo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prijatelje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spremljajo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udeležbo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organizirajo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sezname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opravil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shranjujejo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pomembne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informacije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lokacija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čas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rezervacije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  <a:endParaRPr lang="hr-HR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Idealna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za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prijatelje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družine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ekipe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študente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ki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želijo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brez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zapletov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organizirati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skupno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aktivnost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poskrbeti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 so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člani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ekipe</a:t>
            </a:r>
            <a:r>
              <a:rPr lang="en-US" sz="20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usklajeni</a:t>
            </a:r>
            <a:endParaRPr lang="en-GB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72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1949EF-5CDE-5349-509F-1224AACF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hr-HR" sz="4800">
                <a:solidFill>
                  <a:schemeClr val="bg1"/>
                </a:solidFill>
              </a:rPr>
              <a:t>Funkcionalnosti</a:t>
            </a:r>
            <a:endParaRPr lang="en-GB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21F029-CABC-5BFE-B856-D7DE236196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438651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205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0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E98084-A427-994A-9A8C-69236FEC3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3044335"/>
          </a:xfrm>
        </p:spPr>
        <p:txBody>
          <a:bodyPr anchor="b">
            <a:normAutofit/>
          </a:bodyPr>
          <a:lstStyle/>
          <a:p>
            <a:r>
              <a:rPr lang="hr-HR" sz="4800">
                <a:solidFill>
                  <a:schemeClr val="bg1"/>
                </a:solidFill>
              </a:rPr>
              <a:t>Video prikaz</a:t>
            </a:r>
            <a:endParaRPr lang="en-GB" sz="4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3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8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474826102_9855048464529301_3744047928488994629_n">
            <a:hlinkClick r:id="" action="ppaction://media"/>
            <a:extLst>
              <a:ext uri="{FF2B5EF4-FFF2-40B4-BE49-F238E27FC236}">
                <a16:creationId xmlns:a16="http://schemas.microsoft.com/office/drawing/2014/main" id="{6B0C0643-B9FD-3E4B-DE17-FD0F79DA5C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35930" y="643467"/>
            <a:ext cx="2506979" cy="557106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114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88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0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B83F33-C935-4D14-020D-370367DE1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Hvala za pozornost</a:t>
            </a:r>
          </a:p>
        </p:txBody>
      </p:sp>
    </p:spTree>
    <p:extLst>
      <p:ext uri="{BB962C8B-B14F-4D97-AF65-F5344CB8AC3E}">
        <p14:creationId xmlns:p14="http://schemas.microsoft.com/office/powerpoint/2010/main" val="292201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Widescreen</PresentationFormat>
  <Paragraphs>15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Evently</vt:lpstr>
      <vt:lpstr>Ideja</vt:lpstr>
      <vt:lpstr>Funkcionalnosti</vt:lpstr>
      <vt:lpstr>Video prikaz</vt:lpstr>
      <vt:lpstr>PowerPoint Presentation</vt:lpstr>
      <vt:lpstr>Hvala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Kunovski</dc:creator>
  <cp:lastModifiedBy>Oliver Kunovski</cp:lastModifiedBy>
  <cp:revision>1</cp:revision>
  <dcterms:created xsi:type="dcterms:W3CDTF">2025-01-27T07:57:22Z</dcterms:created>
  <dcterms:modified xsi:type="dcterms:W3CDTF">2025-01-27T08:07:23Z</dcterms:modified>
</cp:coreProperties>
</file>